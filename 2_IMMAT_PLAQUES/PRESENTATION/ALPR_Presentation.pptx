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73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4572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315200" y="9144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57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G4-Vision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8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ALPR Engine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2423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Lecture Automatique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Plaques d'Immatriculation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32004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intelligent. Sécurité renforcée.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commerciale — Février 2026</a:t>
            </a:r>
            <a:b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Gilles, Philippe, Steven et Mickael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problème au quotidien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783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Météo hostile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 du véhicule sous la pluie pour s'identifier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554480"/>
            <a:ext cx="256032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91840" y="155448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7830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Digicode inadapté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7472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complexe depuis le véhicule, risques d'erreur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554480"/>
            <a:ext cx="256032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126480" y="155448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7830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d'attente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0936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véhicule ralentit l'accès pour tous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690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931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si l'accès au parking devenait totalement automatique et fluide 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Notre réponse : ALPR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" y="1554480"/>
            <a:ext cx="914400" cy="914400"/>
          </a:xfrm>
          <a:prstGeom prst="ellipse">
            <a:avLst/>
          </a:prstGeom>
          <a:solidFill>
            <a:srgbClr val="06B6D4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06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783080"/>
            <a:ext cx="36576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0" y="1554480"/>
            <a:ext cx="914400" cy="914400"/>
          </a:xfrm>
          <a:prstGeom prst="ellipse">
            <a:avLst/>
          </a:prstGeom>
          <a:solidFill>
            <a:srgbClr val="06B6D4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7830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34640" y="2606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783080"/>
            <a:ext cx="365760" cy="3657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394960" y="1554480"/>
            <a:ext cx="914400" cy="914400"/>
          </a:xfrm>
          <a:prstGeom prst="ellipse">
            <a:avLst/>
          </a:prstGeom>
          <a:solidFill>
            <a:srgbClr val="06B6D4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178308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29200" y="2606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83080"/>
            <a:ext cx="365760" cy="36576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7589520" y="1554480"/>
            <a:ext cx="914400" cy="914400"/>
          </a:xfrm>
          <a:prstGeom prst="ellipse">
            <a:avLst/>
          </a:prstGeom>
          <a:solidFill>
            <a:srgbClr val="10B981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1783080"/>
            <a:ext cx="457200" cy="457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223760" y="2606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s'ouvre</a:t>
            </a:r>
            <a:endParaRPr lang="en-US" sz="1100" dirty="0"/>
          </a:p>
        </p:txBody>
      </p:sp>
      <p:sp>
        <p:nvSpPr>
          <p:cNvPr id="21" name="Shape 12"/>
          <p:cNvSpPr/>
          <p:nvPr/>
        </p:nvSpPr>
        <p:spPr>
          <a:xfrm>
            <a:off x="457200" y="3383280"/>
            <a:ext cx="256032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566160"/>
            <a:ext cx="365760" cy="3657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09728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Autonome</a:t>
            </a:r>
            <a:endParaRPr lang="en-US" sz="1300" dirty="0"/>
          </a:p>
        </p:txBody>
      </p:sp>
      <p:sp>
        <p:nvSpPr>
          <p:cNvPr id="24" name="Text 14"/>
          <p:cNvSpPr/>
          <p:nvPr/>
        </p:nvSpPr>
        <p:spPr>
          <a:xfrm>
            <a:off x="109728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intervention humaine nécessaire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3291840" y="3383280"/>
            <a:ext cx="256032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566160"/>
            <a:ext cx="365760" cy="36576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93192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Conformité RGPD</a:t>
            </a:r>
            <a:endParaRPr lang="en-US" sz="1300" dirty="0"/>
          </a:p>
        </p:txBody>
      </p:sp>
      <p:sp>
        <p:nvSpPr>
          <p:cNvPr id="28" name="Text 17"/>
          <p:cNvSpPr/>
          <p:nvPr/>
        </p:nvSpPr>
        <p:spPr>
          <a:xfrm>
            <a:off x="393192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juridique français et européen respecté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6126480" y="3383280"/>
            <a:ext cx="2560320" cy="13716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3566160"/>
            <a:ext cx="365760" cy="36576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766560" y="3520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Sécurisé</a:t>
            </a:r>
            <a:endParaRPr lang="en-US" sz="1300" dirty="0"/>
          </a:p>
        </p:txBody>
      </p:sp>
      <p:sp>
        <p:nvSpPr>
          <p:cNvPr id="32" name="Text 20"/>
          <p:cNvSpPr/>
          <p:nvPr/>
        </p:nvSpPr>
        <p:spPr>
          <a:xfrm>
            <a:off x="676656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vérification plaque + véhicule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Cadre réglementaire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conçue dans le strict respect du droit français et européen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319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931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🇫🇷  FRANCE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art. L.233-1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 LAPI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limitée (8j / 1 mois)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privé autorisé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parking, effacement immédiat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9319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393192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🇪🇺  EUROPE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(art. 5 &amp; 35)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Minimisation, transparence, DPIA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(2024/1689)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haut risque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fournisseurs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traçabilité, contrôle humain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L'application ALPR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361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Client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plaques autorisées personnalisable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3591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Autonome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d'accès sans intervention humaine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18211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 fiable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716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lecture stable et contrôlé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00507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Sécurisé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3716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erreur possible : plaque détériorée ou masquée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029200" y="1463040"/>
            <a:ext cx="365760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17"/>
          <p:cNvSpPr/>
          <p:nvPr/>
        </p:nvSpPr>
        <p:spPr>
          <a:xfrm>
            <a:off x="502920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97%</a:t>
            </a:r>
            <a:endParaRPr lang="en-US" sz="6400" dirty="0"/>
          </a:p>
        </p:txBody>
      </p:sp>
      <p:sp>
        <p:nvSpPr>
          <p:cNvPr id="24" name="Text 18"/>
          <p:cNvSpPr/>
          <p:nvPr/>
        </p:nvSpPr>
        <p:spPr>
          <a:xfrm>
            <a:off x="5303520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reconnaissance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conditions confondues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943600" y="3566160"/>
            <a:ext cx="1828800" cy="274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530352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Digicode de secours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3% restants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du modèle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principal : Détection + Lecture OCR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6916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57400" y="16916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06B6D4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057400" y="1691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40480" y="16916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840480" y="1691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6916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23560" y="16916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06B6D4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623560" y="1691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16916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06640" y="16916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0B981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406640" y="16916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Plaque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secondaire : Détection véhicule + Classification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3246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05740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8B5CF6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057400" y="3246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84048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840480" y="3246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2356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8B5CF6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623560" y="3246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3246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5CF6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406640" y="32461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406640" y="32461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Identifiée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modèles sont fine-tunés sur des datasets européens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Détection &amp; Lecture de plaque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YOLOv8 Nano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la plaque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060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léger et rapide (temps réel)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175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Fine-tuné sur plaques européennes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2900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 précise de la zone plaque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en conditions variées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3"/>
          <p:cNvSpPr/>
          <p:nvPr/>
        </p:nvSpPr>
        <p:spPr>
          <a:xfrm>
            <a:off x="4754880" y="146304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69164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57784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Plate OCR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502920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numéro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06040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9496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spécialisé plaques d'immatriculation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17520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9496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Fine-tuné sur formats européens</a:t>
            </a:r>
            <a:endParaRPr lang="en-US" sz="11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29000"/>
            <a:ext cx="228600" cy="2286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9496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digicode en cas d'échec</a:t>
            </a:r>
            <a:endParaRPr lang="en-US" sz="11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40480"/>
            <a:ext cx="228600" cy="2286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39496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image pour levée de doute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&amp; Gestion des cas limites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64008" cy="1463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Risque identifié : Plaque fictive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accès frauduleux par présentation d'une plaque portant un numéro autorisé est possible. La branche de détection véhicule/marque compare le véhicule à l'information client pour signaler toute anomalie à l'opérateur.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Système de secours multi-niveaux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3703320"/>
            <a:ext cx="256032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594360" y="384048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943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34440" y="3794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Reconnaissance plaque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23444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de réussite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26080" y="3703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3291840" y="3703320"/>
            <a:ext cx="256032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3429000" y="384048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4290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069080" y="3794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Vérification marque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06908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anomalie opérateur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60720" y="3703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6126480" y="3703320"/>
            <a:ext cx="256032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6263640" y="38404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6263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03720" y="3794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Digicode de secours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0372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image véhicule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Évolutions futures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5176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— Actuel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plaque YOLOv8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926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OCR fine-tunée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661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Digicode de secours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017520" y="25603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3337560" y="146304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3337560" y="146304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3"/>
          <p:cNvSpPr/>
          <p:nvPr/>
        </p:nvSpPr>
        <p:spPr>
          <a:xfrm>
            <a:off x="352044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 — Prochaine étape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28600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4048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véhicule discriminante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92608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2926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d'autorisation intégrée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566160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4048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 auto si marque ≠ client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5897880" y="256032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Shape 18"/>
          <p:cNvSpPr/>
          <p:nvPr/>
        </p:nvSpPr>
        <p:spPr>
          <a:xfrm>
            <a:off x="6217920" y="146304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19"/>
          <p:cNvSpPr/>
          <p:nvPr/>
        </p:nvSpPr>
        <p:spPr>
          <a:xfrm>
            <a:off x="6217920" y="146304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0"/>
          <p:cNvSpPr/>
          <p:nvPr/>
        </p:nvSpPr>
        <p:spPr>
          <a:xfrm>
            <a:off x="640080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 — Vision</a:t>
            </a:r>
            <a:endParaRPr lang="en-US" sz="14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2084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opérateur temps réel</a:t>
            </a:r>
            <a:endParaRPr lang="en-US" sz="11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926080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20840" y="2926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d'usage et statistiques</a:t>
            </a:r>
            <a:endParaRPr lang="en-US" sz="11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566160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72084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multi-sites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6B6D4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6B6D4">
              <a:alpha val="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votre attention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0" y="265176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à votre disposition pour toute question.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3566160"/>
            <a:ext cx="3657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7490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G4-Vision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47472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IA pour l'entreprise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Document réglementaire LAPI complet disponible en annexe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538</Words>
  <Application>Microsoft Office PowerPoint</Application>
  <PresentationFormat>Affichage à l'écran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ALPR - Système de Lecture Automatique de Plaques</dc:title>
  <dc:subject>PptxGenJS Presentation</dc:subject>
  <dc:creator>ACT-IA</dc:creator>
  <cp:lastModifiedBy>Moisan, Mickael</cp:lastModifiedBy>
  <cp:revision>3</cp:revision>
  <dcterms:created xsi:type="dcterms:W3CDTF">2026-02-13T14:58:26Z</dcterms:created>
  <dcterms:modified xsi:type="dcterms:W3CDTF">2026-02-13T15:28:46Z</dcterms:modified>
</cp:coreProperties>
</file>