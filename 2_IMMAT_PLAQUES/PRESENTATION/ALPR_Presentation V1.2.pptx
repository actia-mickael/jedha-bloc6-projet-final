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6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42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huggingface.co/spaces/philippetos/projetplaqu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G4-Vision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ALPR Engine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Lecture Automatique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Plaques d'Immatriculation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32004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intelligent. Sécurité renforcée.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 — Février 2026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Gilles, Philippe, Steven et Mickael.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au quotidien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Météo hostile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du véhicule sous la pluie pour s'identifier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830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Digicode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obsolet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complexe depuis le véhicule, risques d'erreur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2648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7830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d'attente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véhicule ralentit l'accès pour tous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31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l'accès au parking devenait totalement automatique et fluide 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réponse : ALPR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777240" cy="77724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150876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88920" y="1325880"/>
            <a:ext cx="777240" cy="77724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5087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6888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50876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937760" y="1325880"/>
            <a:ext cx="777240" cy="77724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50876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1772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08760"/>
            <a:ext cx="320040" cy="32004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086600" y="1325880"/>
            <a:ext cx="777240" cy="777240"/>
          </a:xfrm>
          <a:prstGeom prst="ellipse">
            <a:avLst/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1508760"/>
            <a:ext cx="411480" cy="4114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6656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s'ouvre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3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7" descr="/home/claude/api_crop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926080"/>
            <a:ext cx="3017520" cy="18288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24" name="Text 14"/>
          <p:cNvSpPr/>
          <p:nvPr/>
        </p:nvSpPr>
        <p:spPr>
          <a:xfrm>
            <a:off x="393192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Démo live</a:t>
            </a:r>
            <a:endParaRPr lang="en-US" sz="1800" dirty="0"/>
          </a:p>
        </p:txBody>
      </p:sp>
      <p:sp>
        <p:nvSpPr>
          <p:cNvPr id="25" name="Text 15"/>
          <p:cNvSpPr/>
          <p:nvPr/>
        </p:nvSpPr>
        <p:spPr>
          <a:xfrm>
            <a:off x="393192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ALPR Engine</a:t>
            </a:r>
            <a:endParaRPr lang="en-US" sz="1300" dirty="0"/>
          </a:p>
        </p:txBody>
      </p:sp>
      <p:sp>
        <p:nvSpPr>
          <p:cNvPr id="26" name="Text 16"/>
          <p:cNvSpPr/>
          <p:nvPr/>
        </p:nvSpPr>
        <p:spPr>
          <a:xfrm>
            <a:off x="3931920" y="35661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notre pipeline en temps réel 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d'image → Détection YOLOv8 → Extraction ROI → Lecture OCR → Résultat annoté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3931920" y="429768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18">
            <a:hlinkClick r:id="rId9"/>
          </p:cNvPr>
          <p:cNvSpPr/>
          <p:nvPr/>
        </p:nvSpPr>
        <p:spPr>
          <a:xfrm>
            <a:off x="393192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huggingface.co/spaces/philippetos/projetplaques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L'application ALPR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Client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plaques autorisées personnalisable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Autonome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d'accès sans intervention humaine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1821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fiable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lecture stable et contrôlé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00507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Sécurisé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3716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erreur possible : plaque détériorée ou masquée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0" y="146304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50292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6400" dirty="0"/>
          </a:p>
        </p:txBody>
      </p:sp>
      <p:sp>
        <p:nvSpPr>
          <p:cNvPr id="24" name="Text 18"/>
          <p:cNvSpPr/>
          <p:nvPr/>
        </p:nvSpPr>
        <p:spPr>
          <a:xfrm>
            <a:off x="530352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reconnaissance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conditions confondues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943600" y="3566160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530352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Digicode de secours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3% restants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du modèle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principal : Détection + Lecture OCR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5740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4048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2356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0664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Plaque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secondaire : Détection véhicule + Classification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05740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05740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84048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84048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235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62356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40664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40664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sont fine-tunés sur des datasets européens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&amp; Lecture de plaque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Nano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la plaque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léger et rapide (temps réel)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 sur plaques européennes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précise de la zone plaque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en conditions variées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3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9164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778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Plate OCR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50292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numéro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spécialisé plaques d'immatriculation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 sur formats européens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949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digicode en cas d'échec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9496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image pour levée de doute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Gestion des cas limites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 identifié : Plaque fictive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frauduleux par présentation d'une plaque portant un numéro autorisé est possible. La branche de détection véhicule/marque compare le véhicule à l'information client pour signaler toute anomalie à l'opérateur.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de secours multi-niveaux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Reconnaissance plaque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de réussite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29184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429000" y="38404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4290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6908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Vérification marque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6908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anomalie opérateur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12648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263640" y="38404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263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0372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Digicode de secours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037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image véhicule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Cadre réglementaire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conçue dans le strict respect du droit français et européen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🇫🇷  FRANCE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art. L.233-1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LAPI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limitée (8j / 1 mois)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privé autorisé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parking, effacement immédiat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🇪🇺  EUROPE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(art. 5 &amp; 35)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Minimisation, transparence, DPIA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(2024/1689)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haut risque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fournisseurs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traçabilité, contrôle humain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Évolutions futures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— Actuel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plaque YOLOv8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OCR fine-tunée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Digicode de secours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017520" y="2560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333756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3337560" y="14630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— Prochaine étape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2860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04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véhicule discriminante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9260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d'autorisation intégrée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56616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4048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auto si marque ≠ client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897880" y="2560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18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9"/>
          <p:cNvSpPr/>
          <p:nvPr/>
        </p:nvSpPr>
        <p:spPr>
          <a:xfrm>
            <a:off x="6217920" y="146304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0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 — Vision</a:t>
            </a:r>
            <a:endParaRPr lang="en-US" sz="14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208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du Dashboard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d'usage et statistiques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72084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multi-sites</a:t>
            </a:r>
            <a:endParaRPr lang="en-US" sz="1100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4301C546-0CAC-9CAA-1789-E68FD71E5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28600" cy="228600"/>
          </a:xfrm>
          <a:prstGeom prst="rect">
            <a:avLst/>
          </a:prstGeom>
        </p:spPr>
      </p:pic>
      <p:sp>
        <p:nvSpPr>
          <p:cNvPr id="36" name="Text 14">
            <a:extLst>
              <a:ext uri="{FF2B5EF4-FFF2-40B4-BE49-F238E27FC236}">
                <a16:creationId xmlns:a16="http://schemas.microsoft.com/office/drawing/2014/main" id="{E53A6B10-8F63-F6F2-5EA1-4902597FB561}"/>
              </a:ext>
            </a:extLst>
          </p:cNvPr>
          <p:cNvSpPr/>
          <p:nvPr/>
        </p:nvSpPr>
        <p:spPr>
          <a:xfrm>
            <a:off x="9601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véhicule non-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à votre disposition pour toute question.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356616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7490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G4-Vision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74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IA pour l'entreprise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Document réglementaire LAPI complet disponible en annexe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559</Words>
  <Application>Microsoft Office PowerPoint</Application>
  <PresentationFormat>Affichage à l'écran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ALPR - Système de Lecture Automatique de Plaques</dc:title>
  <dc:subject>PptxGenJS Presentation</dc:subject>
  <dc:creator>ACT-IA</dc:creator>
  <cp:lastModifiedBy>Moisan, Mickael</cp:lastModifiedBy>
  <cp:revision>5</cp:revision>
  <dcterms:created xsi:type="dcterms:W3CDTF">2026-02-13T15:32:03Z</dcterms:created>
  <dcterms:modified xsi:type="dcterms:W3CDTF">2026-02-17T13:13:03Z</dcterms:modified>
</cp:coreProperties>
</file>